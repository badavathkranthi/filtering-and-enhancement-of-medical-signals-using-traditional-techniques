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92" r:id="rId2"/>
    <p:sldId id="325" r:id="rId3"/>
    <p:sldId id="1007" r:id="rId4"/>
    <p:sldId id="1019" r:id="rId5"/>
    <p:sldId id="1049" r:id="rId6"/>
    <p:sldId id="1051" r:id="rId7"/>
    <p:sldId id="1056" r:id="rId8"/>
    <p:sldId id="1052" r:id="rId9"/>
    <p:sldId id="1054" r:id="rId10"/>
    <p:sldId id="1055" r:id="rId11"/>
    <p:sldId id="1057" r:id="rId12"/>
    <p:sldId id="1058" r:id="rId13"/>
    <p:sldId id="1059" r:id="rId14"/>
    <p:sldId id="1060" r:id="rId15"/>
    <p:sldId id="1053" r:id="rId16"/>
    <p:sldId id="805" r:id="rId17"/>
    <p:sldId id="32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0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3F9A"/>
    <a:srgbClr val="B31166"/>
    <a:srgbClr val="F9B639"/>
    <a:srgbClr val="92D050"/>
    <a:srgbClr val="167896"/>
    <a:srgbClr val="00B0F0"/>
    <a:srgbClr val="2E214A"/>
    <a:srgbClr val="7F7F7F"/>
    <a:srgbClr val="210E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D16A1-5B27-4CB2-9A19-1C96CD9DCB46}" v="73" dt="2024-04-15T14:22:18.8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103" autoAdjust="0"/>
  </p:normalViewPr>
  <p:slideViewPr>
    <p:cSldViewPr snapToGrid="0">
      <p:cViewPr varScale="1">
        <p:scale>
          <a:sx n="89" d="100"/>
          <a:sy n="89" d="100"/>
        </p:scale>
        <p:origin x="466" y="82"/>
      </p:cViewPr>
      <p:guideLst>
        <p:guide orient="horz" pos="2160"/>
        <p:guide pos="70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54BDF9-8515-4677-9942-0171F000F8EB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787546C1-DD5C-4D6E-BFDD-D95A52E781AD}">
      <dgm:prSet phldrT="[Text]" custT="1"/>
      <dgm:spPr>
        <a:xfrm>
          <a:off x="312089" y="776096"/>
          <a:ext cx="4623435" cy="501840"/>
        </a:xfrm>
      </dgm:spPr>
      <dgm:t>
        <a:bodyPr/>
        <a:lstStyle/>
        <a:p>
          <a:pPr algn="l"/>
          <a:r>
            <a:rPr lang="en-US" sz="2600" b="0" dirty="0">
              <a:latin typeface="Century Gothic"/>
              <a:ea typeface="+mn-ea"/>
              <a:cs typeface="+mn-cs"/>
            </a:rPr>
            <a:t>Introduction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88942913-D2BB-4DEB-B0E7-EA2B7A6CD360}" type="parTrans" cxnId="{DFAEFA4C-B3B0-4C4E-BCD8-BFB53D07C5D0}">
      <dgm:prSet/>
      <dgm:spPr/>
      <dgm:t>
        <a:bodyPr/>
        <a:lstStyle/>
        <a:p>
          <a:pPr algn="ctr"/>
          <a:endParaRPr lang="en-US"/>
        </a:p>
      </dgm:t>
    </dgm:pt>
    <dgm:pt modelId="{579A9A07-8770-4AC1-9705-76E19F87D269}" type="sibTrans" cxnId="{DFAEFA4C-B3B0-4C4E-BCD8-BFB53D07C5D0}">
      <dgm:prSet/>
      <dgm:spPr/>
      <dgm:t>
        <a:bodyPr/>
        <a:lstStyle/>
        <a:p>
          <a:pPr algn="ctr"/>
          <a:endParaRPr lang="en-US"/>
        </a:p>
      </dgm:t>
    </dgm:pt>
    <dgm:pt modelId="{334CE20C-E2C1-4DE3-9152-16B42BC3EE92}">
      <dgm:prSet phldrT="[Text]" custT="1"/>
      <dgm:spPr>
        <a:xfrm>
          <a:off x="285597" y="2318336"/>
          <a:ext cx="4676453" cy="501840"/>
        </a:xfrm>
      </dgm:spPr>
      <dgm:t>
        <a:bodyPr/>
        <a:lstStyle/>
        <a:p>
          <a:pPr algn="l"/>
          <a:r>
            <a:rPr lang="en-US" sz="2600" b="0" dirty="0">
              <a:latin typeface="Century Gothic"/>
              <a:ea typeface="+mn-ea"/>
              <a:cs typeface="+mn-cs"/>
            </a:rPr>
            <a:t>Techniques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75CB782C-0332-4AA0-B620-5703BC0F2C18}" type="parTrans" cxnId="{C59DE541-6A16-4EC9-8825-8A377860BD27}">
      <dgm:prSet/>
      <dgm:spPr/>
      <dgm:t>
        <a:bodyPr/>
        <a:lstStyle/>
        <a:p>
          <a:endParaRPr lang="en-IN"/>
        </a:p>
      </dgm:t>
    </dgm:pt>
    <dgm:pt modelId="{2FFB2A44-5CA8-4493-9719-6191C17375E0}" type="sibTrans" cxnId="{C59DE541-6A16-4EC9-8825-8A377860BD27}">
      <dgm:prSet/>
      <dgm:spPr/>
      <dgm:t>
        <a:bodyPr/>
        <a:lstStyle/>
        <a:p>
          <a:endParaRPr lang="en-IN"/>
        </a:p>
      </dgm:t>
    </dgm:pt>
    <dgm:pt modelId="{F0ADBF40-9A37-4A07-8F9C-BCC73B4834B0}">
      <dgm:prSet phldrT="[Text]" custT="1"/>
      <dgm:spPr>
        <a:xfrm>
          <a:off x="285597" y="2318336"/>
          <a:ext cx="4676453" cy="501840"/>
        </a:xfrm>
      </dgm:spPr>
      <dgm:t>
        <a:bodyPr/>
        <a:lstStyle/>
        <a:p>
          <a:pPr algn="l"/>
          <a:r>
            <a:rPr lang="en-US" sz="2600" b="0" dirty="0">
              <a:latin typeface="Century Gothic"/>
              <a:ea typeface="+mn-ea"/>
              <a:cs typeface="+mn-cs"/>
            </a:rPr>
            <a:t>Work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0F284017-0EBB-452E-8DF0-81D5E60886D5}" type="parTrans" cxnId="{F36DDB4C-A2AD-4EF2-9A7E-25347BE96B9E}">
      <dgm:prSet/>
      <dgm:spPr/>
      <dgm:t>
        <a:bodyPr/>
        <a:lstStyle/>
        <a:p>
          <a:endParaRPr lang="en-IN"/>
        </a:p>
      </dgm:t>
    </dgm:pt>
    <dgm:pt modelId="{8773F176-3CF1-4407-B433-C0F33F1A5E30}" type="sibTrans" cxnId="{F36DDB4C-A2AD-4EF2-9A7E-25347BE96B9E}">
      <dgm:prSet/>
      <dgm:spPr/>
      <dgm:t>
        <a:bodyPr/>
        <a:lstStyle/>
        <a:p>
          <a:endParaRPr lang="en-IN"/>
        </a:p>
      </dgm:t>
    </dgm:pt>
    <dgm:pt modelId="{0F421AAE-C09B-455A-A0CC-581B6952182F}">
      <dgm:prSet phldrT="[Text]" custT="1"/>
      <dgm:spPr>
        <a:xfrm>
          <a:off x="285597" y="2318336"/>
          <a:ext cx="4676453" cy="501840"/>
        </a:xfrm>
      </dgm:spPr>
      <dgm:t>
        <a:bodyPr/>
        <a:lstStyle/>
        <a:p>
          <a:pPr algn="l"/>
          <a:r>
            <a:rPr lang="en-US" sz="2600" b="0" dirty="0">
              <a:latin typeface="Century Gothic"/>
              <a:ea typeface="+mn-ea"/>
              <a:cs typeface="+mn-cs"/>
            </a:rPr>
            <a:t>Results </a:t>
          </a:r>
          <a:r>
            <a:rPr lang="en-US" sz="2600" b="0">
              <a:latin typeface="Century Gothic"/>
              <a:ea typeface="+mn-ea"/>
              <a:cs typeface="+mn-cs"/>
            </a:rPr>
            <a:t>and Discussions</a:t>
          </a:r>
          <a:endParaRPr lang="en-US" sz="2600" b="0" dirty="0">
            <a:latin typeface="Century Gothic"/>
            <a:ea typeface="+mn-ea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8D9C1CEA-43EF-4BED-A44A-3FE8B8EDD61E}" type="parTrans" cxnId="{8469C999-0F97-41AE-8041-B32C21066335}">
      <dgm:prSet/>
      <dgm:spPr/>
      <dgm:t>
        <a:bodyPr/>
        <a:lstStyle/>
        <a:p>
          <a:endParaRPr lang="en-IN"/>
        </a:p>
      </dgm:t>
    </dgm:pt>
    <dgm:pt modelId="{E93E64A1-3C4F-41BD-9C8B-E6FC1B24AB27}" type="sibTrans" cxnId="{8469C999-0F97-41AE-8041-B32C21066335}">
      <dgm:prSet/>
      <dgm:spPr/>
      <dgm:t>
        <a:bodyPr/>
        <a:lstStyle/>
        <a:p>
          <a:endParaRPr lang="en-IN"/>
        </a:p>
      </dgm:t>
    </dgm:pt>
    <dgm:pt modelId="{1586FF72-917E-489F-BC1E-C3DEBE172DF1}">
      <dgm:prSet phldrT="[Text]" custT="1"/>
      <dgm:spPr>
        <a:xfrm>
          <a:off x="285597" y="2318336"/>
          <a:ext cx="4676453" cy="501840"/>
        </a:xfrm>
      </dgm:spPr>
      <dgm:t>
        <a:bodyPr/>
        <a:lstStyle/>
        <a:p>
          <a:pPr algn="l"/>
          <a:r>
            <a:rPr lang="en-US" sz="2600" b="0" dirty="0">
              <a:latin typeface="Century Gothic"/>
              <a:ea typeface="+mn-ea"/>
              <a:cs typeface="+mn-cs"/>
            </a:rPr>
            <a:t>Conclusions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9FEF1B99-0080-46D5-B938-C954526A7110}" type="parTrans" cxnId="{2E5731A2-6B0F-467F-A9BC-AF2997E434E2}">
      <dgm:prSet/>
      <dgm:spPr/>
      <dgm:t>
        <a:bodyPr/>
        <a:lstStyle/>
        <a:p>
          <a:endParaRPr lang="en-IN"/>
        </a:p>
      </dgm:t>
    </dgm:pt>
    <dgm:pt modelId="{B6CD02B3-DA2B-46CA-948C-4AF87E5E3705}" type="sibTrans" cxnId="{2E5731A2-6B0F-467F-A9BC-AF2997E434E2}">
      <dgm:prSet/>
      <dgm:spPr/>
      <dgm:t>
        <a:bodyPr/>
        <a:lstStyle/>
        <a:p>
          <a:endParaRPr lang="en-IN"/>
        </a:p>
      </dgm:t>
    </dgm:pt>
    <dgm:pt modelId="{427A32B0-9C53-4323-AB38-A5245692AA0A}" type="pres">
      <dgm:prSet presAssocID="{8554BDF9-8515-4677-9942-0171F000F8EB}" presName="Name0" presStyleCnt="0">
        <dgm:presLayoutVars>
          <dgm:chMax val="7"/>
          <dgm:chPref val="7"/>
          <dgm:dir/>
        </dgm:presLayoutVars>
      </dgm:prSet>
      <dgm:spPr/>
    </dgm:pt>
    <dgm:pt modelId="{9918ED0B-7B68-4419-AECD-23A08B0C64FA}" type="pres">
      <dgm:prSet presAssocID="{8554BDF9-8515-4677-9942-0171F000F8EB}" presName="Name1" presStyleCnt="0"/>
      <dgm:spPr/>
    </dgm:pt>
    <dgm:pt modelId="{CE5F797B-A58F-4575-9927-FD2F52B1D699}" type="pres">
      <dgm:prSet presAssocID="{8554BDF9-8515-4677-9942-0171F000F8EB}" presName="cycle" presStyleCnt="0"/>
      <dgm:spPr/>
    </dgm:pt>
    <dgm:pt modelId="{FE460A86-4CEF-437D-BC63-8B0AF7D9AE76}" type="pres">
      <dgm:prSet presAssocID="{8554BDF9-8515-4677-9942-0171F000F8EB}" presName="srcNode" presStyleLbl="node1" presStyleIdx="0" presStyleCnt="5"/>
      <dgm:spPr/>
    </dgm:pt>
    <dgm:pt modelId="{1CE39D85-433F-49B9-8E35-DFF71D12DFE2}" type="pres">
      <dgm:prSet presAssocID="{8554BDF9-8515-4677-9942-0171F000F8EB}" presName="conn" presStyleLbl="parChTrans1D2" presStyleIdx="0" presStyleCnt="1"/>
      <dgm:spPr/>
    </dgm:pt>
    <dgm:pt modelId="{1B458550-D684-4854-8F55-BBE64CFB3DCF}" type="pres">
      <dgm:prSet presAssocID="{8554BDF9-8515-4677-9942-0171F000F8EB}" presName="extraNode" presStyleLbl="node1" presStyleIdx="0" presStyleCnt="5"/>
      <dgm:spPr/>
    </dgm:pt>
    <dgm:pt modelId="{CFCA54D1-D99A-47DC-B429-38122A353404}" type="pres">
      <dgm:prSet presAssocID="{8554BDF9-8515-4677-9942-0171F000F8EB}" presName="dstNode" presStyleLbl="node1" presStyleIdx="0" presStyleCnt="5"/>
      <dgm:spPr/>
    </dgm:pt>
    <dgm:pt modelId="{B9152F10-4613-4B63-B845-05F1FBB6AF34}" type="pres">
      <dgm:prSet presAssocID="{787546C1-DD5C-4D6E-BFDD-D95A52E781AD}" presName="text_1" presStyleLbl="node1" presStyleIdx="0" presStyleCnt="5" custScaleX="92887" custLinFactNeighborX="-166" custLinFactNeighborY="-1896">
        <dgm:presLayoutVars>
          <dgm:bulletEnabled val="1"/>
        </dgm:presLayoutVars>
      </dgm:prSet>
      <dgm:spPr/>
    </dgm:pt>
    <dgm:pt modelId="{437CB92F-39BC-44E9-8109-B38D3C271FFD}" type="pres">
      <dgm:prSet presAssocID="{787546C1-DD5C-4D6E-BFDD-D95A52E781AD}" presName="accent_1" presStyleCnt="0"/>
      <dgm:spPr/>
    </dgm:pt>
    <dgm:pt modelId="{40111B28-30BA-4AEE-A013-87FF516BCC75}" type="pres">
      <dgm:prSet presAssocID="{787546C1-DD5C-4D6E-BFDD-D95A52E781AD}" presName="accentRepeatNode" presStyleLbl="solidFgAcc1" presStyleIdx="0" presStyleCnt="5"/>
      <dgm:spPr/>
    </dgm:pt>
    <dgm:pt modelId="{C8C82457-C872-43B1-ABEA-62B4EE09B072}" type="pres">
      <dgm:prSet presAssocID="{334CE20C-E2C1-4DE3-9152-16B42BC3EE92}" presName="text_2" presStyleLbl="node1" presStyleIdx="1" presStyleCnt="5" custLinFactNeighborX="-531">
        <dgm:presLayoutVars>
          <dgm:bulletEnabled val="1"/>
        </dgm:presLayoutVars>
      </dgm:prSet>
      <dgm:spPr/>
    </dgm:pt>
    <dgm:pt modelId="{5A085206-8089-49BA-9BB7-90F06660E246}" type="pres">
      <dgm:prSet presAssocID="{334CE20C-E2C1-4DE3-9152-16B42BC3EE92}" presName="accent_2" presStyleCnt="0"/>
      <dgm:spPr/>
    </dgm:pt>
    <dgm:pt modelId="{A645EF98-9EEC-4353-814A-C03724AA3545}" type="pres">
      <dgm:prSet presAssocID="{334CE20C-E2C1-4DE3-9152-16B42BC3EE92}" presName="accentRepeatNode" presStyleLbl="solidFgAcc1" presStyleIdx="1" presStyleCnt="5"/>
      <dgm:spPr/>
    </dgm:pt>
    <dgm:pt modelId="{A9D09061-A03A-425C-8AD7-3BA818699E82}" type="pres">
      <dgm:prSet presAssocID="{F0ADBF40-9A37-4A07-8F9C-BCC73B4834B0}" presName="text_3" presStyleLbl="node1" presStyleIdx="2" presStyleCnt="5">
        <dgm:presLayoutVars>
          <dgm:bulletEnabled val="1"/>
        </dgm:presLayoutVars>
      </dgm:prSet>
      <dgm:spPr/>
    </dgm:pt>
    <dgm:pt modelId="{C67E47F7-12AC-4758-8550-81B24A14AD17}" type="pres">
      <dgm:prSet presAssocID="{F0ADBF40-9A37-4A07-8F9C-BCC73B4834B0}" presName="accent_3" presStyleCnt="0"/>
      <dgm:spPr/>
    </dgm:pt>
    <dgm:pt modelId="{4F3102ED-6EEF-40A9-9309-50A01CBE603D}" type="pres">
      <dgm:prSet presAssocID="{F0ADBF40-9A37-4A07-8F9C-BCC73B4834B0}" presName="accentRepeatNode" presStyleLbl="solidFgAcc1" presStyleIdx="2" presStyleCnt="5"/>
      <dgm:spPr/>
    </dgm:pt>
    <dgm:pt modelId="{246ED937-9644-4AE0-B290-52FFFD12785E}" type="pres">
      <dgm:prSet presAssocID="{0F421AAE-C09B-455A-A0CC-581B6952182F}" presName="text_4" presStyleLbl="node1" presStyleIdx="3" presStyleCnt="5">
        <dgm:presLayoutVars>
          <dgm:bulletEnabled val="1"/>
        </dgm:presLayoutVars>
      </dgm:prSet>
      <dgm:spPr/>
    </dgm:pt>
    <dgm:pt modelId="{5E6514BE-CEF2-44D6-9480-D769B5264D5E}" type="pres">
      <dgm:prSet presAssocID="{0F421AAE-C09B-455A-A0CC-581B6952182F}" presName="accent_4" presStyleCnt="0"/>
      <dgm:spPr/>
    </dgm:pt>
    <dgm:pt modelId="{8F5E229D-A7C3-4A99-AE85-719B69DC6C04}" type="pres">
      <dgm:prSet presAssocID="{0F421AAE-C09B-455A-A0CC-581B6952182F}" presName="accentRepeatNode" presStyleLbl="solidFgAcc1" presStyleIdx="3" presStyleCnt="5"/>
      <dgm:spPr/>
    </dgm:pt>
    <dgm:pt modelId="{D981DEB7-FA3E-498D-9875-42B3C3CCD99F}" type="pres">
      <dgm:prSet presAssocID="{1586FF72-917E-489F-BC1E-C3DEBE172DF1}" presName="text_5" presStyleLbl="node1" presStyleIdx="4" presStyleCnt="5">
        <dgm:presLayoutVars>
          <dgm:bulletEnabled val="1"/>
        </dgm:presLayoutVars>
      </dgm:prSet>
      <dgm:spPr/>
    </dgm:pt>
    <dgm:pt modelId="{B9FA7CCC-EA73-4CA3-92DE-350717A8E1EC}" type="pres">
      <dgm:prSet presAssocID="{1586FF72-917E-489F-BC1E-C3DEBE172DF1}" presName="accent_5" presStyleCnt="0"/>
      <dgm:spPr/>
    </dgm:pt>
    <dgm:pt modelId="{4C62AE70-4E2B-4B9E-9471-1AC269EE8484}" type="pres">
      <dgm:prSet presAssocID="{1586FF72-917E-489F-BC1E-C3DEBE172DF1}" presName="accentRepeatNode" presStyleLbl="solidFgAcc1" presStyleIdx="4" presStyleCnt="5"/>
      <dgm:spPr/>
    </dgm:pt>
  </dgm:ptLst>
  <dgm:cxnLst>
    <dgm:cxn modelId="{BDCC3C07-8C66-4FAC-8532-B0C1DE109520}" type="presOf" srcId="{8554BDF9-8515-4677-9942-0171F000F8EB}" destId="{427A32B0-9C53-4323-AB38-A5245692AA0A}" srcOrd="0" destOrd="0" presId="urn:microsoft.com/office/officeart/2008/layout/VerticalCurvedList"/>
    <dgm:cxn modelId="{4DE98361-BD7C-4926-9121-C3080CCFCD27}" type="presOf" srcId="{579A9A07-8770-4AC1-9705-76E19F87D269}" destId="{1CE39D85-433F-49B9-8E35-DFF71D12DFE2}" srcOrd="0" destOrd="0" presId="urn:microsoft.com/office/officeart/2008/layout/VerticalCurvedList"/>
    <dgm:cxn modelId="{C59DE541-6A16-4EC9-8825-8A377860BD27}" srcId="{8554BDF9-8515-4677-9942-0171F000F8EB}" destId="{334CE20C-E2C1-4DE3-9152-16B42BC3EE92}" srcOrd="1" destOrd="0" parTransId="{75CB782C-0332-4AA0-B620-5703BC0F2C18}" sibTransId="{2FFB2A44-5CA8-4493-9719-6191C17375E0}"/>
    <dgm:cxn modelId="{9B2ED047-2C78-4397-95B3-2FE4C4239080}" type="presOf" srcId="{334CE20C-E2C1-4DE3-9152-16B42BC3EE92}" destId="{C8C82457-C872-43B1-ABEA-62B4EE09B072}" srcOrd="0" destOrd="0" presId="urn:microsoft.com/office/officeart/2008/layout/VerticalCurvedList"/>
    <dgm:cxn modelId="{F36DDB4C-A2AD-4EF2-9A7E-25347BE96B9E}" srcId="{8554BDF9-8515-4677-9942-0171F000F8EB}" destId="{F0ADBF40-9A37-4A07-8F9C-BCC73B4834B0}" srcOrd="2" destOrd="0" parTransId="{0F284017-0EBB-452E-8DF0-81D5E60886D5}" sibTransId="{8773F176-3CF1-4407-B433-C0F33F1A5E30}"/>
    <dgm:cxn modelId="{DFAEFA4C-B3B0-4C4E-BCD8-BFB53D07C5D0}" srcId="{8554BDF9-8515-4677-9942-0171F000F8EB}" destId="{787546C1-DD5C-4D6E-BFDD-D95A52E781AD}" srcOrd="0" destOrd="0" parTransId="{88942913-D2BB-4DEB-B0E7-EA2B7A6CD360}" sibTransId="{579A9A07-8770-4AC1-9705-76E19F87D269}"/>
    <dgm:cxn modelId="{80C90E82-968F-4578-9082-EF419DFE69E9}" type="presOf" srcId="{1586FF72-917E-489F-BC1E-C3DEBE172DF1}" destId="{D981DEB7-FA3E-498D-9875-42B3C3CCD99F}" srcOrd="0" destOrd="0" presId="urn:microsoft.com/office/officeart/2008/layout/VerticalCurvedList"/>
    <dgm:cxn modelId="{8469C999-0F97-41AE-8041-B32C21066335}" srcId="{8554BDF9-8515-4677-9942-0171F000F8EB}" destId="{0F421AAE-C09B-455A-A0CC-581B6952182F}" srcOrd="3" destOrd="0" parTransId="{8D9C1CEA-43EF-4BED-A44A-3FE8B8EDD61E}" sibTransId="{E93E64A1-3C4F-41BD-9C8B-E6FC1B24AB27}"/>
    <dgm:cxn modelId="{2E5731A2-6B0F-467F-A9BC-AF2997E434E2}" srcId="{8554BDF9-8515-4677-9942-0171F000F8EB}" destId="{1586FF72-917E-489F-BC1E-C3DEBE172DF1}" srcOrd="4" destOrd="0" parTransId="{9FEF1B99-0080-46D5-B938-C954526A7110}" sibTransId="{B6CD02B3-DA2B-46CA-948C-4AF87E5E3705}"/>
    <dgm:cxn modelId="{9F6F3ED3-EBE3-4525-A5C4-1E31CFD57739}" type="presOf" srcId="{F0ADBF40-9A37-4A07-8F9C-BCC73B4834B0}" destId="{A9D09061-A03A-425C-8AD7-3BA818699E82}" srcOrd="0" destOrd="0" presId="urn:microsoft.com/office/officeart/2008/layout/VerticalCurvedList"/>
    <dgm:cxn modelId="{4A9A26E5-7AC3-42E3-B424-A76E2E6C18CC}" type="presOf" srcId="{0F421AAE-C09B-455A-A0CC-581B6952182F}" destId="{246ED937-9644-4AE0-B290-52FFFD12785E}" srcOrd="0" destOrd="0" presId="urn:microsoft.com/office/officeart/2008/layout/VerticalCurvedList"/>
    <dgm:cxn modelId="{72A89BED-B3FE-484B-BFF3-8E95D6E87A02}" type="presOf" srcId="{787546C1-DD5C-4D6E-BFDD-D95A52E781AD}" destId="{B9152F10-4613-4B63-B845-05F1FBB6AF34}" srcOrd="0" destOrd="0" presId="urn:microsoft.com/office/officeart/2008/layout/VerticalCurvedList"/>
    <dgm:cxn modelId="{E4044938-4214-431A-B2EF-4AA4BFB89CEE}" type="presParOf" srcId="{427A32B0-9C53-4323-AB38-A5245692AA0A}" destId="{9918ED0B-7B68-4419-AECD-23A08B0C64FA}" srcOrd="0" destOrd="0" presId="urn:microsoft.com/office/officeart/2008/layout/VerticalCurvedList"/>
    <dgm:cxn modelId="{B973CB39-F069-411E-91ED-1BC7E8D00D55}" type="presParOf" srcId="{9918ED0B-7B68-4419-AECD-23A08B0C64FA}" destId="{CE5F797B-A58F-4575-9927-FD2F52B1D699}" srcOrd="0" destOrd="0" presId="urn:microsoft.com/office/officeart/2008/layout/VerticalCurvedList"/>
    <dgm:cxn modelId="{C197D691-592E-4B15-8107-CFF0A7AB98CD}" type="presParOf" srcId="{CE5F797B-A58F-4575-9927-FD2F52B1D699}" destId="{FE460A86-4CEF-437D-BC63-8B0AF7D9AE76}" srcOrd="0" destOrd="0" presId="urn:microsoft.com/office/officeart/2008/layout/VerticalCurvedList"/>
    <dgm:cxn modelId="{1BBA5F01-7164-4092-8581-66497251D138}" type="presParOf" srcId="{CE5F797B-A58F-4575-9927-FD2F52B1D699}" destId="{1CE39D85-433F-49B9-8E35-DFF71D12DFE2}" srcOrd="1" destOrd="0" presId="urn:microsoft.com/office/officeart/2008/layout/VerticalCurvedList"/>
    <dgm:cxn modelId="{316B15BB-632A-4657-B309-3C6BA3E55BBE}" type="presParOf" srcId="{CE5F797B-A58F-4575-9927-FD2F52B1D699}" destId="{1B458550-D684-4854-8F55-BBE64CFB3DCF}" srcOrd="2" destOrd="0" presId="urn:microsoft.com/office/officeart/2008/layout/VerticalCurvedList"/>
    <dgm:cxn modelId="{5307FBD3-E474-44E5-AEE8-23718E61F0FD}" type="presParOf" srcId="{CE5F797B-A58F-4575-9927-FD2F52B1D699}" destId="{CFCA54D1-D99A-47DC-B429-38122A353404}" srcOrd="3" destOrd="0" presId="urn:microsoft.com/office/officeart/2008/layout/VerticalCurvedList"/>
    <dgm:cxn modelId="{FB49D390-5B3B-4585-A03D-EE0ADE0FF8A4}" type="presParOf" srcId="{9918ED0B-7B68-4419-AECD-23A08B0C64FA}" destId="{B9152F10-4613-4B63-B845-05F1FBB6AF34}" srcOrd="1" destOrd="0" presId="urn:microsoft.com/office/officeart/2008/layout/VerticalCurvedList"/>
    <dgm:cxn modelId="{01D1A22B-E4B0-40B8-833B-70830E98CCC4}" type="presParOf" srcId="{9918ED0B-7B68-4419-AECD-23A08B0C64FA}" destId="{437CB92F-39BC-44E9-8109-B38D3C271FFD}" srcOrd="2" destOrd="0" presId="urn:microsoft.com/office/officeart/2008/layout/VerticalCurvedList"/>
    <dgm:cxn modelId="{B6D30AC5-7E61-4231-B4BB-E609F2B66352}" type="presParOf" srcId="{437CB92F-39BC-44E9-8109-B38D3C271FFD}" destId="{40111B28-30BA-4AEE-A013-87FF516BCC75}" srcOrd="0" destOrd="0" presId="urn:microsoft.com/office/officeart/2008/layout/VerticalCurvedList"/>
    <dgm:cxn modelId="{B3D62200-CC92-4847-97B0-D20F03175F0C}" type="presParOf" srcId="{9918ED0B-7B68-4419-AECD-23A08B0C64FA}" destId="{C8C82457-C872-43B1-ABEA-62B4EE09B072}" srcOrd="3" destOrd="0" presId="urn:microsoft.com/office/officeart/2008/layout/VerticalCurvedList"/>
    <dgm:cxn modelId="{499608CF-8DA3-401D-886F-52ACF61B1C9F}" type="presParOf" srcId="{9918ED0B-7B68-4419-AECD-23A08B0C64FA}" destId="{5A085206-8089-49BA-9BB7-90F06660E246}" srcOrd="4" destOrd="0" presId="urn:microsoft.com/office/officeart/2008/layout/VerticalCurvedList"/>
    <dgm:cxn modelId="{3E2983DE-9855-4759-B6B8-A6AE9E6A7125}" type="presParOf" srcId="{5A085206-8089-49BA-9BB7-90F06660E246}" destId="{A645EF98-9EEC-4353-814A-C03724AA3545}" srcOrd="0" destOrd="0" presId="urn:microsoft.com/office/officeart/2008/layout/VerticalCurvedList"/>
    <dgm:cxn modelId="{B996B461-64EA-4CC8-B56C-D49F3CAD0E57}" type="presParOf" srcId="{9918ED0B-7B68-4419-AECD-23A08B0C64FA}" destId="{A9D09061-A03A-425C-8AD7-3BA818699E82}" srcOrd="5" destOrd="0" presId="urn:microsoft.com/office/officeart/2008/layout/VerticalCurvedList"/>
    <dgm:cxn modelId="{CA812BDF-758A-4E65-A60B-FDC6173902E4}" type="presParOf" srcId="{9918ED0B-7B68-4419-AECD-23A08B0C64FA}" destId="{C67E47F7-12AC-4758-8550-81B24A14AD17}" srcOrd="6" destOrd="0" presId="urn:microsoft.com/office/officeart/2008/layout/VerticalCurvedList"/>
    <dgm:cxn modelId="{37F5D76D-3B07-4632-84CA-E35B4C5AD178}" type="presParOf" srcId="{C67E47F7-12AC-4758-8550-81B24A14AD17}" destId="{4F3102ED-6EEF-40A9-9309-50A01CBE603D}" srcOrd="0" destOrd="0" presId="urn:microsoft.com/office/officeart/2008/layout/VerticalCurvedList"/>
    <dgm:cxn modelId="{576629FD-BF75-4BA5-B788-C3DF34F6F4EC}" type="presParOf" srcId="{9918ED0B-7B68-4419-AECD-23A08B0C64FA}" destId="{246ED937-9644-4AE0-B290-52FFFD12785E}" srcOrd="7" destOrd="0" presId="urn:microsoft.com/office/officeart/2008/layout/VerticalCurvedList"/>
    <dgm:cxn modelId="{32AA8FFE-9924-4D19-BE83-67EB93897758}" type="presParOf" srcId="{9918ED0B-7B68-4419-AECD-23A08B0C64FA}" destId="{5E6514BE-CEF2-44D6-9480-D769B5264D5E}" srcOrd="8" destOrd="0" presId="urn:microsoft.com/office/officeart/2008/layout/VerticalCurvedList"/>
    <dgm:cxn modelId="{CC7CE1B9-A611-4814-9F31-C567D7BA99EE}" type="presParOf" srcId="{5E6514BE-CEF2-44D6-9480-D769B5264D5E}" destId="{8F5E229D-A7C3-4A99-AE85-719B69DC6C04}" srcOrd="0" destOrd="0" presId="urn:microsoft.com/office/officeart/2008/layout/VerticalCurvedList"/>
    <dgm:cxn modelId="{8541B2F7-BEF9-4B0F-91AF-F76D4ABAD351}" type="presParOf" srcId="{9918ED0B-7B68-4419-AECD-23A08B0C64FA}" destId="{D981DEB7-FA3E-498D-9875-42B3C3CCD99F}" srcOrd="9" destOrd="0" presId="urn:microsoft.com/office/officeart/2008/layout/VerticalCurvedList"/>
    <dgm:cxn modelId="{B430118A-A057-462D-A489-29DC8440E289}" type="presParOf" srcId="{9918ED0B-7B68-4419-AECD-23A08B0C64FA}" destId="{B9FA7CCC-EA73-4CA3-92DE-350717A8E1EC}" srcOrd="10" destOrd="0" presId="urn:microsoft.com/office/officeart/2008/layout/VerticalCurvedList"/>
    <dgm:cxn modelId="{7550518B-E24F-4ABC-B738-56D4119C60EB}" type="presParOf" srcId="{B9FA7CCC-EA73-4CA3-92DE-350717A8E1EC}" destId="{4C62AE70-4E2B-4B9E-9471-1AC269EE848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39D85-433F-49B9-8E35-DFF71D12DFE2}">
      <dsp:nvSpPr>
        <dsp:cNvPr id="0" name=""/>
        <dsp:cNvSpPr/>
      </dsp:nvSpPr>
      <dsp:spPr>
        <a:xfrm>
          <a:off x="-6253595" y="-956659"/>
          <a:ext cx="7443896" cy="7443896"/>
        </a:xfrm>
        <a:prstGeom prst="blockArc">
          <a:avLst>
            <a:gd name="adj1" fmla="val 18900000"/>
            <a:gd name="adj2" fmla="val 2700000"/>
            <a:gd name="adj3" fmla="val 290"/>
          </a:avLst>
        </a:prstGeom>
        <a:noFill/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152F10-4613-4B63-B845-05F1FBB6AF34}">
      <dsp:nvSpPr>
        <dsp:cNvPr id="0" name=""/>
        <dsp:cNvSpPr/>
      </dsp:nvSpPr>
      <dsp:spPr>
        <a:xfrm>
          <a:off x="778914" y="332438"/>
          <a:ext cx="7091679" cy="6915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91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latin typeface="Century Gothic"/>
              <a:ea typeface="+mn-ea"/>
              <a:cs typeface="+mn-cs"/>
            </a:rPr>
            <a:t>Introduction</a:t>
          </a:r>
        </a:p>
      </dsp:txBody>
      <dsp:txXfrm>
        <a:off x="778914" y="332438"/>
        <a:ext cx="7091679" cy="691543"/>
      </dsp:txXfrm>
    </dsp:sp>
    <dsp:sp modelId="{40111B28-30BA-4AEE-A013-87FF516BCC75}">
      <dsp:nvSpPr>
        <dsp:cNvPr id="0" name=""/>
        <dsp:cNvSpPr/>
      </dsp:nvSpPr>
      <dsp:spPr>
        <a:xfrm>
          <a:off x="87844" y="259107"/>
          <a:ext cx="864429" cy="864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C82457-C872-43B1-ABEA-62B4EE09B072}">
      <dsp:nvSpPr>
        <dsp:cNvPr id="0" name=""/>
        <dsp:cNvSpPr/>
      </dsp:nvSpPr>
      <dsp:spPr>
        <a:xfrm>
          <a:off x="977689" y="1382533"/>
          <a:ext cx="7139198" cy="6915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91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latin typeface="Century Gothic"/>
              <a:ea typeface="+mn-ea"/>
              <a:cs typeface="+mn-cs"/>
            </a:rPr>
            <a:t>Techniques</a:t>
          </a:r>
        </a:p>
      </dsp:txBody>
      <dsp:txXfrm>
        <a:off x="977689" y="1382533"/>
        <a:ext cx="7139198" cy="691543"/>
      </dsp:txXfrm>
    </dsp:sp>
    <dsp:sp modelId="{A645EF98-9EEC-4353-814A-C03724AA3545}">
      <dsp:nvSpPr>
        <dsp:cNvPr id="0" name=""/>
        <dsp:cNvSpPr/>
      </dsp:nvSpPr>
      <dsp:spPr>
        <a:xfrm>
          <a:off x="583384" y="1296090"/>
          <a:ext cx="864429" cy="864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09061-A03A-425C-8AD7-3BA818699E82}">
      <dsp:nvSpPr>
        <dsp:cNvPr id="0" name=""/>
        <dsp:cNvSpPr/>
      </dsp:nvSpPr>
      <dsp:spPr>
        <a:xfrm>
          <a:off x="1167689" y="2419517"/>
          <a:ext cx="6987107" cy="6915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91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latin typeface="Century Gothic"/>
              <a:ea typeface="+mn-ea"/>
              <a:cs typeface="+mn-cs"/>
            </a:rPr>
            <a:t>Work</a:t>
          </a:r>
        </a:p>
      </dsp:txBody>
      <dsp:txXfrm>
        <a:off x="1167689" y="2419517"/>
        <a:ext cx="6987107" cy="691543"/>
      </dsp:txXfrm>
    </dsp:sp>
    <dsp:sp modelId="{4F3102ED-6EEF-40A9-9309-50A01CBE603D}">
      <dsp:nvSpPr>
        <dsp:cNvPr id="0" name=""/>
        <dsp:cNvSpPr/>
      </dsp:nvSpPr>
      <dsp:spPr>
        <a:xfrm>
          <a:off x="735474" y="2333074"/>
          <a:ext cx="864429" cy="864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6ED937-9644-4AE0-B290-52FFFD12785E}">
      <dsp:nvSpPr>
        <dsp:cNvPr id="0" name=""/>
        <dsp:cNvSpPr/>
      </dsp:nvSpPr>
      <dsp:spPr>
        <a:xfrm>
          <a:off x="1015598" y="3456500"/>
          <a:ext cx="7139198" cy="6915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91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latin typeface="Century Gothic"/>
              <a:ea typeface="+mn-ea"/>
              <a:cs typeface="+mn-cs"/>
            </a:rPr>
            <a:t>Results </a:t>
          </a:r>
          <a:r>
            <a:rPr lang="en-US" sz="2600" b="0" kern="1200">
              <a:latin typeface="Century Gothic"/>
              <a:ea typeface="+mn-ea"/>
              <a:cs typeface="+mn-cs"/>
            </a:rPr>
            <a:t>and Discussions</a:t>
          </a:r>
          <a:endParaRPr lang="en-US" sz="2600" b="0" kern="1200" dirty="0">
            <a:latin typeface="Century Gothic"/>
            <a:ea typeface="+mn-ea"/>
            <a:cs typeface="+mn-cs"/>
          </a:endParaRPr>
        </a:p>
      </dsp:txBody>
      <dsp:txXfrm>
        <a:off x="1015598" y="3456500"/>
        <a:ext cx="7139198" cy="691543"/>
      </dsp:txXfrm>
    </dsp:sp>
    <dsp:sp modelId="{8F5E229D-A7C3-4A99-AE85-719B69DC6C04}">
      <dsp:nvSpPr>
        <dsp:cNvPr id="0" name=""/>
        <dsp:cNvSpPr/>
      </dsp:nvSpPr>
      <dsp:spPr>
        <a:xfrm>
          <a:off x="583384" y="3370057"/>
          <a:ext cx="864429" cy="864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81DEB7-FA3E-498D-9875-42B3C3CCD99F}">
      <dsp:nvSpPr>
        <dsp:cNvPr id="0" name=""/>
        <dsp:cNvSpPr/>
      </dsp:nvSpPr>
      <dsp:spPr>
        <a:xfrm>
          <a:off x="520058" y="4493484"/>
          <a:ext cx="7634738" cy="6915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91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latin typeface="Century Gothic"/>
              <a:ea typeface="+mn-ea"/>
              <a:cs typeface="+mn-cs"/>
            </a:rPr>
            <a:t>Conclusions</a:t>
          </a:r>
        </a:p>
      </dsp:txBody>
      <dsp:txXfrm>
        <a:off x="520058" y="4493484"/>
        <a:ext cx="7634738" cy="691543"/>
      </dsp:txXfrm>
    </dsp:sp>
    <dsp:sp modelId="{4C62AE70-4E2B-4B9E-9471-1AC269EE8484}">
      <dsp:nvSpPr>
        <dsp:cNvPr id="0" name=""/>
        <dsp:cNvSpPr/>
      </dsp:nvSpPr>
      <dsp:spPr>
        <a:xfrm>
          <a:off x="87844" y="4407041"/>
          <a:ext cx="864429" cy="864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364B2-14B4-4B95-8FD8-328486C37BE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National Inst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A7C83-58B9-4342-9A09-CCF6E57107E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20127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8F45D-C5C6-434E-A167-211B4AA8D532}" type="datetimeFigureOut">
              <a:rPr lang="en-IN" smtClean="0"/>
              <a:pPr/>
              <a:t>15-04-2024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National Inst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58E46-074D-45EF-9B9A-F3B26F17E6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8148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373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8124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rgbClr val="B13F9A">
                  <a:lumMod val="75000"/>
                </a:srgbClr>
              </a:buClr>
              <a:buFont typeface="Wingdings" pitchFamily="2" charset="2"/>
              <a:buChar char="§"/>
              <a:defRPr/>
            </a:pPr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312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rgbClr val="B13F9A">
                  <a:lumMod val="75000"/>
                </a:srgbClr>
              </a:buClr>
              <a:buFont typeface="Wingdings" pitchFamily="2" charset="2"/>
              <a:buChar char="§"/>
              <a:defRPr/>
            </a:pPr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450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rgbClr val="B13F9A">
                  <a:lumMod val="75000"/>
                </a:srgbClr>
              </a:buClr>
              <a:buFont typeface="Wingdings" pitchFamily="2" charset="2"/>
              <a:buChar char="§"/>
              <a:defRPr/>
            </a:pPr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60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rgbClr val="B13F9A">
                  <a:lumMod val="75000"/>
                </a:srgbClr>
              </a:buClr>
              <a:buFont typeface="Wingdings" pitchFamily="2" charset="2"/>
              <a:buChar char="§"/>
              <a:defRPr/>
            </a:pPr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058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062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764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710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6133873-CF20-45B1-8F97-7390AB26EA51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5045-7EE8-4CA1-9278-3A4E839373A9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49E6-7007-4F43-8B34-48D53B325279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10B-2B3A-4CEA-BBFC-980CC23C9508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889FB-36E6-44F0-81FC-68D24FECC373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1F8-AFA5-4223-B1F3-A3C34292BB95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E6ED-0DEC-4E15-89B2-EB8D7C491EEA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7080-8059-4719-84BD-CE06983ADD31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17B4F-25E4-4A9A-AACA-7C40DC25B68B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64F2-E189-4614-BF8D-B28F8568B542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30A81-89E7-4DEF-BAAB-CEBCF8E3D543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83F5-346B-4F33-AA90-E57AE9CB1CA9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5A7E7-F03F-46D1-81FA-ED9186A8DD6D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7A2D-ACD8-48E0-9F8B-DCB028853B13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D276-1AAE-4F00-A839-D12D30BC5091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ED67ABD-EEF2-4B92-832A-A475734B6A0D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BA96428-E2A7-4D79-8DE8-E14067EEE855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2EF6EAB-0C92-4307-8060-E85E7FF7ED5A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transition>
    <p:fade thruBlk="1"/>
  </p:transition>
  <p:hf hdr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9815469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 txBox="1">
            <a:spLocks/>
          </p:cNvSpPr>
          <p:nvPr/>
        </p:nvSpPr>
        <p:spPr bwMode="gray">
          <a:xfrm>
            <a:off x="4023163" y="4210555"/>
            <a:ext cx="4110729" cy="18365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B31166"/>
              </a:buClr>
            </a:pPr>
            <a:r>
              <a:rPr lang="en-US" sz="2000" b="1" i="1" cap="none" dirty="0">
                <a:solidFill>
                  <a:srgbClr val="EBEBEB">
                    <a:lumMod val="90000"/>
                  </a:srgbClr>
                </a:solidFill>
              </a:rPr>
              <a:t>SAMBHAIAHPALEM CHENCHU NIRANJAN(EC22B1044)</a:t>
            </a:r>
          </a:p>
          <a:p>
            <a:pPr algn="ctr">
              <a:buClr>
                <a:srgbClr val="B31166"/>
              </a:buClr>
            </a:pPr>
            <a:r>
              <a:rPr lang="en-US" sz="2000" b="1" i="1" cap="none" dirty="0">
                <a:solidFill>
                  <a:srgbClr val="EBEBEB">
                    <a:lumMod val="90000"/>
                  </a:srgbClr>
                </a:solidFill>
              </a:rPr>
              <a:t>BADAVATH KRANTHI(EC22B1005)</a:t>
            </a:r>
          </a:p>
          <a:p>
            <a:pPr algn="ctr">
              <a:buClr>
                <a:srgbClr val="B31166"/>
              </a:buClr>
            </a:pPr>
            <a:r>
              <a:rPr lang="en-US" sz="1600" i="1" cap="none" dirty="0">
                <a:solidFill>
                  <a:srgbClr val="EBEBEB">
                    <a:lumMod val="90000"/>
                  </a:srgbClr>
                </a:solidFill>
              </a:rPr>
              <a:t>NIT Puducherry, Karaikal-609609</a:t>
            </a:r>
            <a:endParaRPr lang="en-US" sz="1600" cap="none" dirty="0">
              <a:solidFill>
                <a:srgbClr val="EBEBEB">
                  <a:lumMod val="90000"/>
                </a:srgbClr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 bwMode="gray">
          <a:xfrm>
            <a:off x="580133" y="1046330"/>
            <a:ext cx="11032177" cy="10930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b="1" dirty="0">
                <a:solidFill>
                  <a:srgbClr val="FFFF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FILTERING AND ENHANCEMENT OF MEDICAL SIGNALS USING TRADITIONAL TECHNIQUES</a:t>
            </a:r>
            <a:endParaRPr lang="en-IN" sz="4000" b="1" dirty="0">
              <a:solidFill>
                <a:srgbClr val="FFFF00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871" y="2647445"/>
            <a:ext cx="1601722" cy="15631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6200000">
            <a:off x="9760357" y="3285286"/>
            <a:ext cx="4586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National Institute of Technology Puducherry, Karaikal (2024)</a:t>
            </a:r>
            <a:endParaRPr lang="en-IN" sz="12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84E82A6-BA74-8942-48FA-521E7F8CD114}"/>
              </a:ext>
            </a:extLst>
          </p:cNvPr>
          <p:cNvSpPr txBox="1"/>
          <p:nvPr/>
        </p:nvSpPr>
        <p:spPr>
          <a:xfrm>
            <a:off x="2097480" y="5393764"/>
            <a:ext cx="8081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B31166"/>
              </a:buClr>
            </a:pPr>
            <a:r>
              <a:rPr lang="en-US" sz="1800" i="1" cap="none" dirty="0">
                <a:solidFill>
                  <a:srgbClr val="EBEBEB">
                    <a:lumMod val="90000"/>
                  </a:srgbClr>
                </a:solidFill>
              </a:rPr>
              <a:t> </a:t>
            </a:r>
            <a:endParaRPr lang="en-US" sz="1800" cap="none" dirty="0">
              <a:solidFill>
                <a:srgbClr val="EBEBEB">
                  <a:lumMod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500360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575774" y="185431"/>
            <a:ext cx="9404723" cy="658631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4267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67" b="0" i="0" u="none" strike="noStrike" kern="1200" cap="none" spc="0" normalizeH="0" baseline="0" noProof="0" dirty="0">
                <a:ln>
                  <a:noFill/>
                </a:ln>
                <a:solidFill>
                  <a:srgbClr val="B13F9A"/>
                </a:solidFill>
                <a:effectLst/>
                <a:uLnTx/>
                <a:uFillTx/>
                <a:latin typeface="Century Gothic"/>
              </a:rPr>
              <a:t>Contents</a:t>
            </a:r>
            <a:endParaRPr kumimoji="0" lang="en-IN" sz="4267" b="0" i="0" u="none" strike="noStrike" kern="1200" cap="none" spc="0" normalizeH="0" baseline="0" noProof="0" dirty="0">
              <a:ln>
                <a:noFill/>
              </a:ln>
              <a:solidFill>
                <a:srgbClr val="B13F9A"/>
              </a:solidFill>
              <a:effectLst/>
              <a:uLnTx/>
              <a:uFillTx/>
              <a:latin typeface="Century Gothic"/>
            </a:endParaRPr>
          </a:p>
        </p:txBody>
      </p:sp>
      <p:graphicFrame>
        <p:nvGraphicFramePr>
          <p:cNvPr id="12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7441461"/>
              </p:ext>
            </p:extLst>
          </p:nvPr>
        </p:nvGraphicFramePr>
        <p:xfrm>
          <a:off x="2937145" y="844062"/>
          <a:ext cx="8233147" cy="5530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177511" y="147915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798484" y="24868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916839" y="344882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824787" y="451686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289041" y="550790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 rot="16200000">
            <a:off x="9760357" y="3285286"/>
            <a:ext cx="4586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National Institute of Technology Puducherry, Karaikal (2024)</a:t>
            </a:r>
            <a:endParaRPr lang="en-IN" sz="12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768303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758255" y="1562100"/>
            <a:ext cx="9735845" cy="457128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4267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>
              <a:defRPr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Electrocardiogram signals represent electrical activity of  heart. They are very necessary in monitoring the heart conditions of both mother and  foetus  to predict various abnormalities related to heart.</a:t>
            </a:r>
          </a:p>
          <a:p>
            <a:pPr lvl="0">
              <a:defRPr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can be obtained in two ways:</a:t>
            </a:r>
          </a:p>
          <a:p>
            <a:pPr lvl="0">
              <a:defRPr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1.Invasive method</a:t>
            </a:r>
          </a:p>
          <a:p>
            <a:pPr lvl="0">
              <a:defRPr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2.Non –Invasive method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27025" y="1562100"/>
            <a:ext cx="11491164" cy="506730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9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9760357" y="3285286"/>
            <a:ext cx="4586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National Institute of Technology Puducherry, Karaikal (2024)</a:t>
            </a:r>
            <a:endParaRPr lang="en-IN" sz="12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372225" y="1498600"/>
            <a:ext cx="5273676" cy="49802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9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rgbClr val="B13F9A">
                  <a:lumMod val="75000"/>
                </a:srgbClr>
              </a:buClr>
              <a:buNone/>
              <a:defRPr/>
            </a:pPr>
            <a:endParaRPr lang="en-US" sz="3200" dirty="0">
              <a:solidFill>
                <a:sysClr val="windowText" lastClr="000000"/>
              </a:solidFill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rgbClr val="B13F9A">
                  <a:lumMod val="75000"/>
                </a:srgbClr>
              </a:buClr>
              <a:buNone/>
              <a:defRPr/>
            </a:pPr>
            <a:endParaRPr lang="en-US" sz="2067" dirty="0">
              <a:solidFill>
                <a:sysClr val="windowText" lastClr="00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702810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646112" y="452717"/>
            <a:ext cx="9735845" cy="830173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4267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  <a:endParaRPr lang="en-US" sz="4400" dirty="0">
              <a:solidFill>
                <a:srgbClr val="B13F9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27025" y="1562100"/>
            <a:ext cx="5426076" cy="506730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9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rgbClr val="B13F9A">
                  <a:lumMod val="75000"/>
                </a:srgbClr>
              </a:buClr>
              <a:buNone/>
              <a:defRPr/>
            </a:pPr>
            <a:endParaRPr lang="en-US" sz="2200" dirty="0">
              <a:highlight>
                <a:srgbClr val="00FF00"/>
              </a:highlight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9760357" y="3285286"/>
            <a:ext cx="4586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National Institute of Technology Puducherry, Karaikal (2024)</a:t>
            </a:r>
            <a:endParaRPr lang="en-IN" sz="12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372225" y="1498600"/>
            <a:ext cx="5273676" cy="49802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9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rgbClr val="B13F9A">
                  <a:lumMod val="75000"/>
                </a:srgbClr>
              </a:buClr>
              <a:buNone/>
              <a:defRPr/>
            </a:pPr>
            <a:endParaRPr lang="en-US" sz="2067" dirty="0">
              <a:solidFill>
                <a:sysClr val="windowText" lastClr="00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0465E7-F17C-C645-E523-84803A82DA79}"/>
              </a:ext>
            </a:extLst>
          </p:cNvPr>
          <p:cNvSpPr txBox="1"/>
          <p:nvPr/>
        </p:nvSpPr>
        <p:spPr>
          <a:xfrm>
            <a:off x="762392" y="1562100"/>
            <a:ext cx="10519617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1.Traditional techniques: Wavelet-based methods, singular value decomposition, blind source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Discrete Cosine Transform(DCT) adaptive filtering, Butterworth filtering, Principal Component Analysis(PCA).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2.Non-traditional techniques: Deep learning techniques.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1088711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646112" y="452717"/>
            <a:ext cx="9735845" cy="830173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4267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4400" dirty="0">
                <a:solidFill>
                  <a:srgbClr val="B13F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39725" y="1555300"/>
            <a:ext cx="11193792" cy="538033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9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CA-1: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of 6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electrode reading from Daisy database 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butterworth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CA-2: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of 7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8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electrode readings from Daisy database 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butterworth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ADFECG database.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16200000">
            <a:off x="9760357" y="3285286"/>
            <a:ext cx="4586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National Institute of Technology Puducherry, Karaikal (2024)</a:t>
            </a:r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B3FC57-460C-7908-C1D6-451AE98410E3}"/>
              </a:ext>
            </a:extLst>
          </p:cNvPr>
          <p:cNvSpPr txBox="1">
            <a:spLocks/>
          </p:cNvSpPr>
          <p:nvPr/>
        </p:nvSpPr>
        <p:spPr>
          <a:xfrm>
            <a:off x="6578599" y="1646042"/>
            <a:ext cx="5273676" cy="47457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9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B13F9A">
                  <a:lumMod val="75000"/>
                </a:srgbClr>
              </a:buClr>
              <a:buNone/>
              <a:defRPr/>
            </a:pPr>
            <a:endParaRPr lang="en-US" sz="2200" dirty="0"/>
          </a:p>
          <a:p>
            <a:pPr marL="400041" lvl="1" indent="0" algn="just">
              <a:lnSpc>
                <a:spcPct val="150000"/>
              </a:lnSpc>
              <a:buClr>
                <a:srgbClr val="B13F9A">
                  <a:lumMod val="75000"/>
                </a:srgbClr>
              </a:buClr>
              <a:buNone/>
              <a:defRPr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20911498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646112" y="452717"/>
            <a:ext cx="9735845" cy="830173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4267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39725" y="836762"/>
            <a:ext cx="10851014" cy="546433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9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CA-2: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1.Taking abdominal readings from Daisy database.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2.Converting signals into matrices.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3.Obtaining regenerated signals after applying Principal Component Analysis.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4.PCA considers principal eigen values.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5.Reconstruct matrices using  these principal eigen values.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6.Comparing these with remaining thoracic readings.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7.Obtaining MSE values.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8.Coming to conclusion.</a:t>
            </a: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16200000">
            <a:off x="9760357" y="3285286"/>
            <a:ext cx="4586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National Institute of Technology Puducherry, Karaikal (2024)</a:t>
            </a:r>
            <a:endParaRPr lang="en-IN" sz="12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B3FC57-460C-7908-C1D6-451AE98410E3}"/>
              </a:ext>
            </a:extLst>
          </p:cNvPr>
          <p:cNvSpPr txBox="1">
            <a:spLocks/>
          </p:cNvSpPr>
          <p:nvPr/>
        </p:nvSpPr>
        <p:spPr>
          <a:xfrm>
            <a:off x="6578599" y="1646042"/>
            <a:ext cx="5273676" cy="47457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9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B13F9A">
                  <a:lumMod val="75000"/>
                </a:srgbClr>
              </a:buClr>
              <a:buNone/>
              <a:defRPr/>
            </a:pPr>
            <a:endParaRPr lang="en-US" sz="2200" dirty="0"/>
          </a:p>
          <a:p>
            <a:pPr marL="400041" lvl="1" indent="0" algn="just">
              <a:lnSpc>
                <a:spcPct val="150000"/>
              </a:lnSpc>
              <a:buClr>
                <a:srgbClr val="B13F9A">
                  <a:lumMod val="75000"/>
                </a:srgbClr>
              </a:buClr>
              <a:buNone/>
              <a:defRPr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12212118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C9CA85-107D-A0B1-CF3E-F71998EE6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eigen values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FDB10-EAF9-4B57-9FC3-137DFC833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40931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1.They represent energy content of signals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2.Eigen values and eigen vectors are very central concepts to PCA.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B2DDFF-BA6A-9C57-C2F8-6CCAA260D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E6ED-0DEC-4E15-89B2-EB8D7C491EEA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66621-B6B7-68FA-9923-B5739118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110" y="6650920"/>
            <a:ext cx="3859795" cy="457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1D47C-B248-B506-3089-51CCF6F3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757848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B09BC1-0489-F3E0-2990-FB061961F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892071-F37B-FEF9-FC70-65B34829D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63FC2-F92E-F3DA-127F-8447D930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FF8B2-475F-4FA0-E8B3-B63F3EA793C6}"/>
              </a:ext>
            </a:extLst>
          </p:cNvPr>
          <p:cNvSpPr txBox="1"/>
          <p:nvPr/>
        </p:nvSpPr>
        <p:spPr>
          <a:xfrm>
            <a:off x="561110" y="1846053"/>
            <a:ext cx="8580733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1.Simple and easy to understand.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2.Coplex algorithms are not required.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3.Easy to implement.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32D54-C536-6301-06C3-1FCB9DC10B6E}"/>
              </a:ext>
            </a:extLst>
          </p:cNvPr>
          <p:cNvSpPr txBox="1"/>
          <p:nvPr/>
        </p:nvSpPr>
        <p:spPr>
          <a:xfrm>
            <a:off x="720501" y="4002770"/>
            <a:ext cx="8261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1.Medical field.</a:t>
            </a:r>
          </a:p>
        </p:txBody>
      </p:sp>
    </p:spTree>
    <p:extLst>
      <p:ext uri="{BB962C8B-B14F-4D97-AF65-F5344CB8AC3E}">
        <p14:creationId xmlns:p14="http://schemas.microsoft.com/office/powerpoint/2010/main" val="3053340238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31B968A-BE25-B6A7-8CBD-23045E974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DISCUSSIONS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8CF2A2-1FAE-C932-4EB3-D75B0D20B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E6ED-0DEC-4E15-89B2-EB8D7C491EEA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49BFD5-5800-62F2-6572-7354BB2F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057F2-5408-4CFC-8EFC-CFB7238F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45612-CAF8-661C-4A6E-654CF18FA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2164953"/>
            <a:ext cx="10877909" cy="439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806491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F53581F-A848-3B75-354E-44541747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9E534C-4447-FEDA-74B6-DE35D8536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11F8-AFA5-4223-B1F3-A3C34292BB95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1FC43-7D17-798A-7365-E1268D1AE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254B0-4524-F154-9675-4F663026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4133EE9-9CD5-1C79-EEF9-0717AB05A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10" y="2018581"/>
            <a:ext cx="10782625" cy="400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4280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DCC6-EB39-ADF2-B644-3C2F0D12E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5EDB1-3287-CF0F-FC98-0BC837B81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5045-7EE8-4CA1-9278-3A4E839373A9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8D9AF-AA0D-BBB7-88FA-7EB18C7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7F951C-58B1-7D91-56FA-AE6C1CBE3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6" y="2603499"/>
            <a:ext cx="10239555" cy="365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979849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3F83-BF83-B871-F22C-4156B3875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A428E-A7D2-3BE0-0294-7C1128BFB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9780C-FA31-9B4C-D4E8-6A409B4A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5045-7EE8-4CA1-9278-3A4E839373A9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B2C52-E4A0-345B-84D4-6127C1CC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FFEFE-2C75-620C-0647-11990E209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6895E2-B775-F384-B92B-4C71FAE80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11" y="1846053"/>
            <a:ext cx="10351698" cy="471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18389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4CD7-3DA8-F876-8FD5-E611F1B5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A9255-E566-DEA3-FC66-C667F1D4F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48906-EA52-F3A3-37FE-5DDC8ACC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5045-7EE8-4CA1-9278-3A4E839373A9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F314E-F8E1-AB44-EA67-2843D2A14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Malaya Kumar Nath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DBC44-8BAE-FB19-E32C-77695F2F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372074-05D1-5C9D-866D-BD68A81B8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17" y="2195830"/>
            <a:ext cx="10403457" cy="41960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9581378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EBB5-1DD8-218F-17BD-C622BFF1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110" y="973667"/>
            <a:ext cx="10351305" cy="1174309"/>
          </a:xfrm>
        </p:spPr>
        <p:txBody>
          <a:bodyPr/>
          <a:lstStyle/>
          <a:p>
            <a:r>
              <a:rPr kumimoji="0" lang="en-US" altLang="en-US" sz="3600" b="1" i="0" u="sng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MSE VALUES OBTAINED AFTER COMPARING REGENERATED ABDOMINAL ELECTRODE READINGS AND MATERNAL READINGS</a:t>
            </a:r>
            <a:endParaRPr lang="en-IN" dirty="0">
              <a:solidFill>
                <a:srgbClr val="FFFF00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7E9291F-DA1F-F184-A61A-A785A4BEA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901133"/>
              </p:ext>
            </p:extLst>
          </p:nvPr>
        </p:nvGraphicFramePr>
        <p:xfrm>
          <a:off x="1368724" y="2857831"/>
          <a:ext cx="9454552" cy="3180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3638">
                  <a:extLst>
                    <a:ext uri="{9D8B030D-6E8A-4147-A177-3AD203B41FA5}">
                      <a16:colId xmlns:a16="http://schemas.microsoft.com/office/drawing/2014/main" val="775096804"/>
                    </a:ext>
                  </a:extLst>
                </a:gridCol>
                <a:gridCol w="2363638">
                  <a:extLst>
                    <a:ext uri="{9D8B030D-6E8A-4147-A177-3AD203B41FA5}">
                      <a16:colId xmlns:a16="http://schemas.microsoft.com/office/drawing/2014/main" val="1902289429"/>
                    </a:ext>
                  </a:extLst>
                </a:gridCol>
                <a:gridCol w="2363638">
                  <a:extLst>
                    <a:ext uri="{9D8B030D-6E8A-4147-A177-3AD203B41FA5}">
                      <a16:colId xmlns:a16="http://schemas.microsoft.com/office/drawing/2014/main" val="1298568375"/>
                    </a:ext>
                  </a:extLst>
                </a:gridCol>
                <a:gridCol w="2363638">
                  <a:extLst>
                    <a:ext uri="{9D8B030D-6E8A-4147-A177-3AD203B41FA5}">
                      <a16:colId xmlns:a16="http://schemas.microsoft.com/office/drawing/2014/main" val="12430711"/>
                    </a:ext>
                  </a:extLst>
                </a:gridCol>
              </a:tblGrid>
              <a:tr h="930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ABDOMINAL READINGS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6</a:t>
                      </a:r>
                      <a:r>
                        <a:rPr lang="en-US" sz="1200" kern="100" baseline="30000">
                          <a:effectLst/>
                        </a:rPr>
                        <a:t>TH</a:t>
                      </a:r>
                      <a:r>
                        <a:rPr lang="en-US" sz="1200" kern="100">
                          <a:effectLst/>
                        </a:rPr>
                        <a:t> ELECTRODE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7</a:t>
                      </a:r>
                      <a:r>
                        <a:rPr lang="en-US" sz="1200" kern="100" baseline="30000">
                          <a:effectLst/>
                        </a:rPr>
                        <a:t>TH</a:t>
                      </a:r>
                      <a:r>
                        <a:rPr lang="en-US" sz="1200" kern="100">
                          <a:effectLst/>
                        </a:rPr>
                        <a:t> ELECTRODE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8</a:t>
                      </a:r>
                      <a:r>
                        <a:rPr lang="en-US" sz="1200" kern="100" baseline="30000">
                          <a:effectLst/>
                        </a:rPr>
                        <a:t>TH</a:t>
                      </a:r>
                      <a:r>
                        <a:rPr lang="en-US" sz="1200" kern="100">
                          <a:effectLst/>
                        </a:rPr>
                        <a:t> ELECTRODE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9690447"/>
                  </a:ext>
                </a:extLst>
              </a:tr>
              <a:tr h="4499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r>
                        <a:rPr lang="en-US" sz="1200" kern="100" baseline="30000">
                          <a:effectLst/>
                        </a:rPr>
                        <a:t>ST</a:t>
                      </a:r>
                      <a:r>
                        <a:rPr lang="en-US" sz="1200" kern="100">
                          <a:effectLst/>
                        </a:rPr>
                        <a:t> ELECTRODE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1.2407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1.8965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1.2444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969548"/>
                  </a:ext>
                </a:extLst>
              </a:tr>
              <a:tr h="4499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</a:t>
                      </a:r>
                      <a:r>
                        <a:rPr lang="en-US" sz="1200" kern="100" baseline="30000" dirty="0">
                          <a:effectLst/>
                        </a:rPr>
                        <a:t>ND</a:t>
                      </a:r>
                      <a:r>
                        <a:rPr lang="en-US" sz="1200" kern="100" dirty="0">
                          <a:effectLst/>
                        </a:rPr>
                        <a:t> ELECTRODE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1.2509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1.9348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1.7072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003738"/>
                  </a:ext>
                </a:extLst>
              </a:tr>
              <a:tr h="4499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r>
                        <a:rPr lang="en-US" sz="1200" kern="100" baseline="30000">
                          <a:effectLst/>
                        </a:rPr>
                        <a:t>RD</a:t>
                      </a:r>
                      <a:r>
                        <a:rPr lang="en-US" sz="1200" kern="100">
                          <a:effectLst/>
                        </a:rPr>
                        <a:t> ELECTRODE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1.2444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1.9032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1.6750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6314088"/>
                  </a:ext>
                </a:extLst>
              </a:tr>
              <a:tr h="4499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r>
                        <a:rPr lang="en-US" sz="1200" kern="100" baseline="30000">
                          <a:effectLst/>
                        </a:rPr>
                        <a:t>TH</a:t>
                      </a:r>
                      <a:r>
                        <a:rPr lang="en-US" sz="1200" kern="100">
                          <a:effectLst/>
                        </a:rPr>
                        <a:t> ELECTRODE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1.2317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1.8974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1.6683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9497603"/>
                  </a:ext>
                </a:extLst>
              </a:tr>
              <a:tr h="4499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r>
                        <a:rPr lang="en-US" sz="1200" kern="100" baseline="30000">
                          <a:effectLst/>
                        </a:rPr>
                        <a:t>TH</a:t>
                      </a:r>
                      <a:r>
                        <a:rPr lang="en-US" sz="1200" kern="100">
                          <a:effectLst/>
                        </a:rPr>
                        <a:t> ELECTRODE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1.2561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>
                          <a:effectLst/>
                        </a:rPr>
                        <a:t>1.9109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1.6823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010687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64F0B-8358-E19D-0AD2-E094B9742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5045-7EE8-4CA1-9278-3A4E839373A9}" type="datetime5">
              <a:rPr lang="en-US" smtClean="0"/>
              <a:t>15-Apr-24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1A5B8-65AD-4841-BFEF-E0C79C8F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97680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DE6160-8CB9-656A-C72A-66095631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C1A52F-CED6-6BD0-3C5F-88E10FDF1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1.Importance of ECG 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2.Role in medical field.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1B5E2-0500-1A84-590C-C51AC35BE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3F3C60-D93C-F90E-1124-54A340A8B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CCCA9-4872-53E2-8B3F-18A4F931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72263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646112" y="452717"/>
            <a:ext cx="9404723" cy="85220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4267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67" b="0" i="0" u="none" strike="noStrike" kern="1200" cap="none" spc="0" normalizeH="0" baseline="0" noProof="0" dirty="0">
                <a:ln>
                  <a:noFill/>
                </a:ln>
                <a:solidFill>
                  <a:srgbClr val="B13F9A"/>
                </a:solidFill>
                <a:effectLst/>
                <a:uLnTx/>
                <a:uFillTx/>
                <a:latin typeface="Century Gothic"/>
              </a:rPr>
              <a:t>References</a:t>
            </a:r>
            <a:endParaRPr kumimoji="0" lang="en-IN" sz="4267" b="0" i="0" u="none" strike="noStrike" kern="1200" cap="none" spc="0" normalizeH="0" baseline="0" noProof="0" dirty="0">
              <a:ln>
                <a:noFill/>
              </a:ln>
              <a:solidFill>
                <a:srgbClr val="B13F9A"/>
              </a:solidFill>
              <a:effectLst/>
              <a:uLnTx/>
              <a:uFillTx/>
              <a:latin typeface="Century Gothic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06714" y="1320466"/>
            <a:ext cx="10098541" cy="4916822"/>
          </a:xfrm>
          <a:prstGeom prst="rect">
            <a:avLst/>
          </a:prstGeom>
          <a:ln w="0">
            <a:noFill/>
          </a:ln>
        </p:spPr>
        <p:txBody>
          <a:bodyPr vert="horz" lIns="68580" tIns="34290" rIns="68580" bIns="34290" rtlCol="0">
            <a:noAutofit/>
          </a:bodyPr>
          <a:lstStyle>
            <a:lvl1pPr marL="342891" indent="-342891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9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67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rgbClr val="B13F9A">
                  <a:lumMod val="75000"/>
                </a:srgbClr>
              </a:buClr>
              <a:buFont typeface="+mj-lt"/>
              <a:buAutoNum type="arabicPeriod"/>
              <a:defRPr/>
            </a:pPr>
            <a:r>
              <a:rPr lang="en-IN" sz="2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https://ieeexplore.ieee.org/abstract/document/9815469/</a:t>
            </a:r>
            <a:endParaRPr lang="en-IN" sz="2800" u="sng" dirty="0">
              <a:solidFill>
                <a:srgbClr val="0563C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rgbClr val="B13F9A">
                  <a:lumMod val="75000"/>
                </a:srgbClr>
              </a:buClr>
              <a:buFont typeface="+mj-lt"/>
              <a:buAutoNum type="arabicPeriod"/>
              <a:defRPr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E. S. Gan, S. K. Debnath, Y. S. Ashely, H. Nugroho, S. Bagchi, and M. Nafea, “Foetal ECG Extraction from Abdominal ECG Using Chebyshev and Butterworth Filters,” in 2021 IEEE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Informatics, Oct. 2021, pp. 25–30.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rgbClr val="B13F9A">
                  <a:lumMod val="75000"/>
                </a:srgbClr>
              </a:buClr>
              <a:buFont typeface="+mj-lt"/>
              <a:buAutoNum type="arabicPeriod"/>
              <a:defRPr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Cano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GG,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Briller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SA, Coast DA (1990) Enhancement of low-level ECG components in noise with time-sequenced adaptive filtering. J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Electrocardiol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23:176</a:t>
            </a:r>
            <a:r>
              <a:rPr lang="en-IN" sz="2800" dirty="0"/>
              <a:t>–18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 rot="16200000">
            <a:off x="9760357" y="3285286"/>
            <a:ext cx="4586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National Institute of Technology Puducherry, Karaikal (2024)</a:t>
            </a:r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172138"/>
      </p:ext>
    </p:extLst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 bwMode="gray">
          <a:xfrm>
            <a:off x="2743200" y="2988860"/>
            <a:ext cx="6755642" cy="7728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8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THANK YOU</a:t>
            </a:r>
            <a:endParaRPr lang="en-IN" sz="4800" dirty="0">
              <a:solidFill>
                <a:sysClr val="window" lastClr="FFFFFF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 rot="16200000">
            <a:off x="9760357" y="3285286"/>
            <a:ext cx="4586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National Institute of Technology Puducherry, Karaikal (2024)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166713940"/>
      </p:ext>
    </p:extLst>
  </p:cSld>
  <p:clrMapOvr>
    <a:masterClrMapping/>
  </p:clrMapOvr>
  <p:transition>
    <p:fade thruBlk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24191</TotalTime>
  <Words>577</Words>
  <Application>Microsoft Office PowerPoint</Application>
  <PresentationFormat>Widescreen</PresentationFormat>
  <Paragraphs>116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Berlin Sans FB</vt:lpstr>
      <vt:lpstr>Calibri</vt:lpstr>
      <vt:lpstr>Century Gothic</vt:lpstr>
      <vt:lpstr>Times New Roman</vt:lpstr>
      <vt:lpstr>Wingdings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eigen values</vt:lpstr>
      <vt:lpstr>PowerPoint Presentation</vt:lpstr>
      <vt:lpstr>RESULTS AND DISCUSSIONS</vt:lpstr>
      <vt:lpstr>PowerPoint Presentation</vt:lpstr>
      <vt:lpstr>PowerPoint Presentation</vt:lpstr>
      <vt:lpstr>PowerPoint Presentation</vt:lpstr>
      <vt:lpstr>PowerPoint Presentation</vt:lpstr>
      <vt:lpstr>MSE VALUES OBTAINED AFTER COMPARING REGENERATED ABDOMINAL ELECTRODE READINGS AND MATERNAL READINGS</vt:lpstr>
      <vt:lpstr>CONCLUSION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Approach to Biometric Person Identification</dc:title>
  <dc:creator>Ritesh Kumar Gharami</dc:creator>
  <cp:lastModifiedBy>niranjan s</cp:lastModifiedBy>
  <cp:revision>1439</cp:revision>
  <dcterms:created xsi:type="dcterms:W3CDTF">2013-10-09T16:19:18Z</dcterms:created>
  <dcterms:modified xsi:type="dcterms:W3CDTF">2024-04-15T14:42:25Z</dcterms:modified>
</cp:coreProperties>
</file>